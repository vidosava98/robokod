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6" r:id="rId3"/>
    <p:sldId id="267" r:id="rId4"/>
    <p:sldId id="259" r:id="rId5"/>
    <p:sldId id="260" r:id="rId6"/>
    <p:sldId id="261" r:id="rId7"/>
    <p:sldId id="265" r:id="rId8"/>
    <p:sldId id="263" r:id="rId9"/>
    <p:sldId id="257" r:id="rId10"/>
    <p:sldId id="258" r:id="rId11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07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104CC-E11D-4D95-BE4B-484FDF0D5A6C}" type="datetimeFigureOut">
              <a:rPr lang="de-DE" smtClean="0"/>
              <a:t>12.04.2021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E224D-8660-43CB-9807-86D12E5BDF1A}" type="slidenum">
              <a:rPr lang="de-DE" smtClean="0"/>
              <a:t>‹#›</a:t>
            </a:fld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104CC-E11D-4D95-BE4B-484FDF0D5A6C}" type="datetimeFigureOut">
              <a:rPr lang="de-DE" smtClean="0"/>
              <a:t>12.04.2021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E224D-8660-43CB-9807-86D12E5BDF1A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104CC-E11D-4D95-BE4B-484FDF0D5A6C}" type="datetimeFigureOut">
              <a:rPr lang="de-DE" smtClean="0"/>
              <a:t>12.04.2021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E224D-8660-43CB-9807-86D12E5BDF1A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104CC-E11D-4D95-BE4B-484FDF0D5A6C}" type="datetimeFigureOut">
              <a:rPr lang="de-DE" smtClean="0"/>
              <a:t>12.04.2021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E224D-8660-43CB-9807-86D12E5BDF1A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104CC-E11D-4D95-BE4B-484FDF0D5A6C}" type="datetimeFigureOut">
              <a:rPr lang="de-DE" smtClean="0"/>
              <a:t>12.04.2021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E224D-8660-43CB-9807-86D12E5BDF1A}" type="slidenum">
              <a:rPr lang="de-DE" smtClean="0"/>
              <a:t>‹#›</a:t>
            </a:fld>
            <a:endParaRPr lang="de-DE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104CC-E11D-4D95-BE4B-484FDF0D5A6C}" type="datetimeFigureOut">
              <a:rPr lang="de-DE" smtClean="0"/>
              <a:t>12.04.2021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E224D-8660-43CB-9807-86D12E5BDF1A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104CC-E11D-4D95-BE4B-484FDF0D5A6C}" type="datetimeFigureOut">
              <a:rPr lang="de-DE" smtClean="0"/>
              <a:t>12.04.2021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E224D-8660-43CB-9807-86D12E5BDF1A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104CC-E11D-4D95-BE4B-484FDF0D5A6C}" type="datetimeFigureOut">
              <a:rPr lang="de-DE" smtClean="0"/>
              <a:t>12.04.2021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E224D-8660-43CB-9807-86D12E5BDF1A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104CC-E11D-4D95-BE4B-484FDF0D5A6C}" type="datetimeFigureOut">
              <a:rPr lang="de-DE" smtClean="0"/>
              <a:t>12.04.2021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E224D-8660-43CB-9807-86D12E5BDF1A}" type="slidenum">
              <a:rPr lang="de-DE" smtClean="0"/>
              <a:t>‹#›</a:t>
            </a:fld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104CC-E11D-4D95-BE4B-484FDF0D5A6C}" type="datetimeFigureOut">
              <a:rPr lang="de-DE" smtClean="0"/>
              <a:t>12.04.2021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E224D-8660-43CB-9807-86D12E5BDF1A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104CC-E11D-4D95-BE4B-484FDF0D5A6C}" type="datetimeFigureOut">
              <a:rPr lang="de-DE" smtClean="0"/>
              <a:t>12.04.2021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E224D-8660-43CB-9807-86D12E5BDF1A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9EB104CC-E11D-4D95-BE4B-484FDF0D5A6C}" type="datetimeFigureOut">
              <a:rPr lang="de-DE" smtClean="0"/>
              <a:t>12.04.2021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42E224D-8660-43CB-9807-86D12E5BDF1A}" type="slidenum">
              <a:rPr lang="de-DE" smtClean="0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Cyrl-RS" dirty="0" smtClean="0"/>
              <a:t>Робокод Лесковац</a:t>
            </a:r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Cyrl-RS" dirty="0" smtClean="0"/>
              <a:t>Играчки контролер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44462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Играчки контролер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/>
              <a:t>Играчки контролер (или само контролер), улазни уређај који се користи у видео-играма, углавном како би се контролисао предмет или лик унутар истих.</a:t>
            </a:r>
          </a:p>
          <a:p>
            <a:pPr algn="just"/>
            <a:r>
              <a:rPr lang="ru-RU" dirty="0" smtClean="0"/>
              <a:t>Обично се прикључује на играчке конзоле или рачунаре. </a:t>
            </a:r>
            <a:endParaRPr lang="de-D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5" y="2542071"/>
            <a:ext cx="2365080" cy="208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2542069"/>
            <a:ext cx="2417953" cy="20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14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692696"/>
            <a:ext cx="8229600" cy="5433467"/>
          </a:xfrm>
        </p:spPr>
        <p:txBody>
          <a:bodyPr/>
          <a:lstStyle/>
          <a:p>
            <a:pPr algn="just"/>
            <a:r>
              <a:rPr lang="ru-RU" dirty="0" smtClean="0"/>
              <a:t>У контролере спадају тастатура, миш, гејмпед, џојстик итд.</a:t>
            </a:r>
          </a:p>
          <a:p>
            <a:pPr algn="just"/>
            <a:r>
              <a:rPr lang="ru-RU" dirty="0" smtClean="0"/>
              <a:t>Уређаји посебне намене, као што су волани у тркачким играма, светлосне пушке у пуцачинама или плесне подлоге у плесним играма, такође спадају у контролере.</a:t>
            </a:r>
            <a:endParaRPr lang="de-DE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636912"/>
            <a:ext cx="3960440" cy="42210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3439213"/>
            <a:ext cx="3846940" cy="261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399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Cyrl-RS" dirty="0" smtClean="0"/>
              <a:t>Гејмпед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just"/>
            <a:r>
              <a:rPr lang="sr-Cyrl-RS" dirty="0" smtClean="0"/>
              <a:t>Гејмпед је врста управљача који се држи са обе руке где се оба ручна палца користе за управљање самим командама које се налаза на управљачу.</a:t>
            </a:r>
            <a:endParaRPr lang="de-D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852936"/>
            <a:ext cx="3672408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274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548680"/>
            <a:ext cx="8229600" cy="5577483"/>
          </a:xfrm>
        </p:spPr>
        <p:txBody>
          <a:bodyPr/>
          <a:lstStyle/>
          <a:p>
            <a:pPr algn="just"/>
            <a:r>
              <a:rPr lang="sr-Cyrl-RS" dirty="0" smtClean="0"/>
              <a:t>Обично гејмпед садржи од дирекцијских дугмића (горе, доле, лево, десно) на десној страни и акцијских (обично дугмад која имају одређену функцију у некој игри) на левој страни.</a:t>
            </a:r>
            <a:endParaRPr lang="de-DE" dirty="0" smtClean="0"/>
          </a:p>
          <a:p>
            <a:endParaRPr lang="de-D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420888"/>
            <a:ext cx="8172456" cy="318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146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548680"/>
            <a:ext cx="8229600" cy="5577483"/>
          </a:xfrm>
        </p:spPr>
        <p:txBody>
          <a:bodyPr/>
          <a:lstStyle/>
          <a:p>
            <a:pPr algn="just"/>
            <a:r>
              <a:rPr lang="sr-Cyrl-RS" dirty="0" smtClean="0"/>
              <a:t>Смер управљања се обично управља помоћу четвораугаоног шеширића у облику плуса (тзв. </a:t>
            </a:r>
            <a:r>
              <a:rPr lang="de-DE" dirty="0" smtClean="0"/>
              <a:t>D-pad</a:t>
            </a:r>
            <a:r>
              <a:rPr lang="sr-Cyrl-RS" dirty="0" smtClean="0"/>
              <a:t>), док скоро сви модернији управљачи имају и аналогну дршку сличну џојстику али много мањих димензија.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2635987"/>
            <a:ext cx="5382957" cy="320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851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548680"/>
            <a:ext cx="8229600" cy="5577483"/>
          </a:xfrm>
        </p:spPr>
        <p:txBody>
          <a:bodyPr/>
          <a:lstStyle/>
          <a:p>
            <a:pPr algn="just"/>
            <a:r>
              <a:rPr lang="sr-Cyrl-RS" dirty="0" smtClean="0"/>
              <a:t>Први пут аналогна дршка је представљена 2001. године у </a:t>
            </a:r>
            <a:r>
              <a:rPr lang="de-DE" dirty="0" smtClean="0"/>
              <a:t>Emerson Arcadia</a:t>
            </a:r>
            <a:r>
              <a:rPr lang="sr-Cyrl-RS" dirty="0" smtClean="0"/>
              <a:t> контролеру, док ће се временом таква врста управљача појавити на свим другим управљачима познатих играчих конзола.</a:t>
            </a:r>
            <a:endParaRPr lang="de-DE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2288434"/>
            <a:ext cx="6624736" cy="384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51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548680"/>
            <a:ext cx="8229600" cy="5577483"/>
          </a:xfrm>
        </p:spPr>
        <p:txBody>
          <a:bodyPr/>
          <a:lstStyle/>
          <a:p>
            <a:pPr algn="just"/>
            <a:r>
              <a:rPr lang="sr-Cyrl-RS" dirty="0" smtClean="0"/>
              <a:t>Додатна дугмад су обично постављена на задњем делу гејмпеда, средишњем: </a:t>
            </a:r>
            <a:r>
              <a:rPr lang="de-DE" dirty="0" smtClean="0"/>
              <a:t>start, select, </a:t>
            </a:r>
            <a:r>
              <a:rPr lang="sr-Cyrl-RS" dirty="0" smtClean="0"/>
              <a:t>и</a:t>
            </a:r>
            <a:r>
              <a:rPr lang="de-DE" dirty="0" smtClean="0"/>
              <a:t> mode</a:t>
            </a:r>
            <a:r>
              <a:rPr lang="sr-Cyrl-RS" dirty="0" smtClean="0"/>
              <a:t> дугмадима, као и све чешћа употреба интерних моторића за симулацију сцене која је у игри (као што је прелажење преко неке препреке гдје се мотор укључује).</a:t>
            </a:r>
            <a:endParaRPr lang="de-DE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2420888"/>
            <a:ext cx="5479256" cy="4109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914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Џојстик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just"/>
            <a:r>
              <a:rPr lang="sr-Cyrl-RS" dirty="0" smtClean="0"/>
              <a:t>Џојстик (енгл. </a:t>
            </a:r>
            <a:r>
              <a:rPr lang="de-DE" dirty="0" smtClean="0"/>
              <a:t>joystick</a:t>
            </a:r>
            <a:r>
              <a:rPr lang="sr-Cyrl-RS" dirty="0" smtClean="0"/>
              <a:t>) је рачунарски периферни део, то је уређај који садржи неку врсту дршке помоћу које се врши управљање.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357437"/>
            <a:ext cx="4104456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467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476672"/>
            <a:ext cx="8229600" cy="5649491"/>
          </a:xfrm>
        </p:spPr>
        <p:txBody>
          <a:bodyPr/>
          <a:lstStyle/>
          <a:p>
            <a:pPr algn="just"/>
            <a:r>
              <a:rPr lang="sr-Cyrl-RS" dirty="0" smtClean="0"/>
              <a:t>Већина џојстика је дво-димензионална са две осе кретања, али и тро-димензионални џојстици постоје. </a:t>
            </a:r>
          </a:p>
          <a:p>
            <a:pPr algn="just"/>
            <a:r>
              <a:rPr lang="sr-Cyrl-RS" dirty="0" smtClean="0"/>
              <a:t>Џојстик је обично постављен тако да сигнализира кретање по </a:t>
            </a:r>
            <a:r>
              <a:rPr lang="de-DE" dirty="0" smtClean="0"/>
              <a:t>X </a:t>
            </a:r>
            <a:r>
              <a:rPr lang="sr-Cyrl-RS" dirty="0" smtClean="0"/>
              <a:t>оси ако се дршка креће лево или десно, док се по </a:t>
            </a:r>
            <a:r>
              <a:rPr lang="de-DE" dirty="0" smtClean="0"/>
              <a:t>Y </a:t>
            </a:r>
            <a:r>
              <a:rPr lang="sr-Cyrl-RS" dirty="0" smtClean="0"/>
              <a:t>оси кретање врши ако се дршка помера горе или доле.</a:t>
            </a:r>
            <a:endParaRPr lang="de-DE" dirty="0" smtClean="0"/>
          </a:p>
          <a:p>
            <a:pPr algn="just"/>
            <a:endParaRPr lang="de-D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99" y="2348880"/>
            <a:ext cx="3315085" cy="43924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485" y="2858218"/>
            <a:ext cx="2857897" cy="337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884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0</TotalTime>
  <Words>327</Words>
  <Application>Microsoft Office PowerPoint</Application>
  <PresentationFormat>On-screen Show (4:3)</PresentationFormat>
  <Paragraphs>17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Slipstream</vt:lpstr>
      <vt:lpstr>Играчки контролер</vt:lpstr>
      <vt:lpstr>Играчки контролер</vt:lpstr>
      <vt:lpstr>PowerPoint Presentation</vt:lpstr>
      <vt:lpstr>Гејмпед</vt:lpstr>
      <vt:lpstr>PowerPoint Presentation</vt:lpstr>
      <vt:lpstr>PowerPoint Presentation</vt:lpstr>
      <vt:lpstr>PowerPoint Presentation</vt:lpstr>
      <vt:lpstr>PowerPoint Presentation</vt:lpstr>
      <vt:lpstr>Џојстик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Џојстик и контролер</dc:title>
  <dc:creator>Nikolic</dc:creator>
  <cp:lastModifiedBy>Nikolic</cp:lastModifiedBy>
  <cp:revision>4</cp:revision>
  <dcterms:created xsi:type="dcterms:W3CDTF">2021-04-12T09:32:44Z</dcterms:created>
  <dcterms:modified xsi:type="dcterms:W3CDTF">2021-04-12T10:12:56Z</dcterms:modified>
</cp:coreProperties>
</file>