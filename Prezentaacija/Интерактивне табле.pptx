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CAD8D7D6-9843-4CF2-B587-1A36E2915B37}" type="datetimeFigureOut">
              <a:rPr lang="de-DE" smtClean="0"/>
              <a:t>08.05.2023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C43882F-65F3-4C61-80B3-F0F9370EE602}" type="slidenum">
              <a:rPr lang="de-DE" smtClean="0"/>
              <a:t>‹#›</a:t>
            </a:fld>
            <a:endParaRPr lang="de-DE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Cyrl-RS" dirty="0" smtClean="0"/>
              <a:t>Интерактивне табле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Cyrl-RS" dirty="0" smtClean="0"/>
              <a:t>Робокод Лесковац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586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Интерактивне табле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Интерактивна табла, позната и као паметна табла, интерактивни је екран у формату беле плоче која реагује на унос корисника директно или путем других уређаја.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212976"/>
            <a:ext cx="4680520" cy="35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57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Другачији називи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Интерактивне табле су још познате и као електронске беле табле, паметне табле или интерактивне мултимедијалне табле.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996951"/>
            <a:ext cx="5400600" cy="352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27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Предности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У данашње време техника брзо напредује. </a:t>
            </a:r>
          </a:p>
          <a:p>
            <a:pPr algn="just"/>
            <a:r>
              <a:rPr lang="ru-RU" dirty="0" smtClean="0"/>
              <a:t>У складу са тим, Интерактивне табле утичу на бољу мотивисаност ученика и лакше одржавање њихове пажње. </a:t>
            </a:r>
          </a:p>
          <a:p>
            <a:pPr algn="just"/>
            <a:r>
              <a:rPr lang="ru-RU" dirty="0" smtClean="0"/>
              <a:t>Увођење интерактивне табле у наставу чини предавања и процес учења атрактивнијим, динамичнијим и садржајнијим.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509120"/>
            <a:ext cx="4536504" cy="23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46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Истраживања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Према недавном чланку са Универзитета </a:t>
            </a:r>
            <a:r>
              <a:rPr lang="de-DE" i="1" dirty="0" smtClean="0"/>
              <a:t>Yale,</a:t>
            </a:r>
            <a:r>
              <a:rPr lang="sr-Cyrl-RS" i="1" dirty="0" smtClean="0"/>
              <a:t> </a:t>
            </a:r>
            <a:r>
              <a:rPr lang="ru-RU" dirty="0" smtClean="0"/>
              <a:t>интерактивне лекције представљене на интерактивној табли повећале су ангажман ученика. </a:t>
            </a:r>
          </a:p>
          <a:p>
            <a:pPr algn="just"/>
            <a:r>
              <a:rPr lang="ru-RU" dirty="0" smtClean="0"/>
              <a:t>Технологија подстиче активно учење код ученика.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3758849"/>
            <a:ext cx="5472608" cy="308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83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Код студената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Студенти су постављали више питања и бележили више него на обичним таблама, омогућавајући делотворније групне активности попут размишљања и решавања проблема.</a:t>
            </a:r>
            <a:endParaRPr lang="de-DE" dirty="0" smtClean="0"/>
          </a:p>
          <a:p>
            <a:pPr algn="just"/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282530"/>
            <a:ext cx="5329979" cy="35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8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Управљање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Притисак прста на интерактивну таблу истоветан је клику миша. </a:t>
            </a:r>
          </a:p>
          <a:p>
            <a:pPr algn="just"/>
            <a:r>
              <a:rPr lang="ru-RU" dirty="0" smtClean="0"/>
              <a:t>Апликације се отварају на исти начин као и на стоном рачунару, али уместо да користите миша за отварање датотека, једноставно притисните или двапут притисните икону користећи свој прст.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05064"/>
            <a:ext cx="4680520" cy="275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2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Држач за оловке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smtClean="0"/>
              <a:t>Држач за оловке састоји се од четири дела за оловке и једног дела за брисач. </a:t>
            </a:r>
          </a:p>
          <a:p>
            <a:pPr algn="just"/>
            <a:r>
              <a:rPr lang="ru-RU" dirty="0" smtClean="0"/>
              <a:t>Сваки жлеб или део има оптички сензор који показује када су оловке и брисач извађени. </a:t>
            </a:r>
          </a:p>
          <a:p>
            <a:pPr algn="just"/>
            <a:r>
              <a:rPr lang="ru-RU" dirty="0" smtClean="0"/>
              <a:t>Све док је утор за оловку празан, можете користити ту оловку или свој прст за писање.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4081636"/>
            <a:ext cx="5400600" cy="277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182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Држач за оловке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Технологија у држачу довољно је паметна да зна који је прибор посљедњи извађен из свог жлеба. 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708920"/>
            <a:ext cx="6120680" cy="372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 smtClean="0"/>
              <a:t>Рад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 smtClean="0"/>
              <a:t>Паметна табла не зависи ни о каквом рачунару или програму. </a:t>
            </a:r>
          </a:p>
          <a:p>
            <a:pPr algn="just"/>
            <a:r>
              <a:rPr lang="ru-RU" dirty="0" smtClean="0"/>
              <a:t>Довољно је повезати у струју или убацити батерије и спремна је за рад.</a:t>
            </a:r>
            <a:endParaRPr lang="de-D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397640"/>
            <a:ext cx="4572000" cy="226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36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0</TotalTime>
  <Words>287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Executive</vt:lpstr>
      <vt:lpstr>Интерактивне табле</vt:lpstr>
      <vt:lpstr>Интерактивне табле</vt:lpstr>
      <vt:lpstr>Другачији називи</vt:lpstr>
      <vt:lpstr>Предности</vt:lpstr>
      <vt:lpstr>Истраживања</vt:lpstr>
      <vt:lpstr>Код студената</vt:lpstr>
      <vt:lpstr>Управљање</vt:lpstr>
      <vt:lpstr>Држач за оловке</vt:lpstr>
      <vt:lpstr>Држач за оловке</vt:lpstr>
      <vt:lpstr>Рад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Интерактивне табле</dc:title>
  <dc:creator>Nikolic</dc:creator>
  <cp:lastModifiedBy>Nikolic</cp:lastModifiedBy>
  <cp:revision>2</cp:revision>
  <dcterms:created xsi:type="dcterms:W3CDTF">2023-05-08T12:11:25Z</dcterms:created>
  <dcterms:modified xsi:type="dcterms:W3CDTF">2023-05-08T12:31:40Z</dcterms:modified>
</cp:coreProperties>
</file>