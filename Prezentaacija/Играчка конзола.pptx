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5" r:id="rId4"/>
    <p:sldId id="258" r:id="rId5"/>
    <p:sldId id="259" r:id="rId6"/>
    <p:sldId id="266" r:id="rId7"/>
    <p:sldId id="260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07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E229E109-EB50-4370-B5E1-A09991CF92ED}" type="datetimeFigureOut">
              <a:rPr lang="de-DE" smtClean="0"/>
              <a:t>24.01.2022</a:t>
            </a:fld>
            <a:endParaRPr lang="de-DE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de-DE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FD96F874-DD77-4D03-A97C-490F3E5157D2}" type="slidenum">
              <a:rPr lang="de-DE" smtClean="0"/>
              <a:t>‹#›</a:t>
            </a:fld>
            <a:endParaRPr lang="de-DE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9E109-EB50-4370-B5E1-A09991CF92ED}" type="datetimeFigureOut">
              <a:rPr lang="de-DE" smtClean="0"/>
              <a:t>24.01.2022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F874-DD77-4D03-A97C-490F3E5157D2}" type="slidenum">
              <a:rPr lang="de-DE" smtClean="0"/>
              <a:t>‹#›</a:t>
            </a:fld>
            <a:endParaRPr lang="de-DE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E229E109-EB50-4370-B5E1-A09991CF92ED}" type="datetimeFigureOut">
              <a:rPr lang="de-DE" smtClean="0"/>
              <a:t>24.01.2022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FD96F874-DD77-4D03-A97C-490F3E5157D2}" type="slidenum">
              <a:rPr lang="de-DE" smtClean="0"/>
              <a:t>‹#›</a:t>
            </a:fld>
            <a:endParaRPr lang="de-DE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9E109-EB50-4370-B5E1-A09991CF92ED}" type="datetimeFigureOut">
              <a:rPr lang="de-DE" smtClean="0"/>
              <a:t>24.01.2022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F874-DD77-4D03-A97C-490F3E5157D2}" type="slidenum">
              <a:rPr lang="de-DE" smtClean="0"/>
              <a:t>‹#›</a:t>
            </a:fld>
            <a:endParaRPr lang="de-DE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9E109-EB50-4370-B5E1-A09991CF92ED}" type="datetimeFigureOut">
              <a:rPr lang="de-DE" smtClean="0"/>
              <a:t>24.01.2022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F874-DD77-4D03-A97C-490F3E5157D2}" type="slidenum">
              <a:rPr lang="de-DE" smtClean="0"/>
              <a:t>‹#›</a:t>
            </a:fld>
            <a:endParaRPr lang="de-DE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9E109-EB50-4370-B5E1-A09991CF92ED}" type="datetimeFigureOut">
              <a:rPr lang="de-DE" smtClean="0"/>
              <a:t>24.01.2022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F874-DD77-4D03-A97C-490F3E5157D2}" type="slidenum">
              <a:rPr lang="de-DE" smtClean="0"/>
              <a:t>‹#›</a:t>
            </a:fld>
            <a:endParaRPr lang="de-DE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9E109-EB50-4370-B5E1-A09991CF92ED}" type="datetimeFigureOut">
              <a:rPr lang="de-DE" smtClean="0"/>
              <a:t>24.01.2022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F874-DD77-4D03-A97C-490F3E5157D2}" type="slidenum">
              <a:rPr lang="de-DE" smtClean="0"/>
              <a:t>‹#›</a:t>
            </a:fld>
            <a:endParaRPr lang="de-DE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9E109-EB50-4370-B5E1-A09991CF92ED}" type="datetimeFigureOut">
              <a:rPr lang="de-DE" smtClean="0"/>
              <a:t>24.01.2022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F874-DD77-4D03-A97C-490F3E5157D2}" type="slidenum">
              <a:rPr lang="de-DE" smtClean="0"/>
              <a:t>‹#›</a:t>
            </a:fld>
            <a:endParaRPr lang="de-DE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9E109-EB50-4370-B5E1-A09991CF92ED}" type="datetimeFigureOut">
              <a:rPr lang="de-DE" smtClean="0"/>
              <a:t>24.01.2022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F874-DD77-4D03-A97C-490F3E5157D2}" type="slidenum">
              <a:rPr lang="de-DE" smtClean="0"/>
              <a:t>‹#›</a:t>
            </a:fld>
            <a:endParaRPr lang="de-DE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9E109-EB50-4370-B5E1-A09991CF92ED}" type="datetimeFigureOut">
              <a:rPr lang="de-DE" smtClean="0"/>
              <a:t>24.01.2022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F874-DD77-4D03-A97C-490F3E5157D2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9E109-EB50-4370-B5E1-A09991CF92ED}" type="datetimeFigureOut">
              <a:rPr lang="de-DE" smtClean="0"/>
              <a:t>24.01.2022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6F874-DD77-4D03-A97C-490F3E5157D2}" type="slidenum">
              <a:rPr lang="de-DE" smtClean="0"/>
              <a:t>‹#›</a:t>
            </a:fld>
            <a:endParaRPr lang="de-DE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229E109-EB50-4370-B5E1-A09991CF92ED}" type="datetimeFigureOut">
              <a:rPr lang="de-DE" smtClean="0"/>
              <a:t>24.01.2022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D96F874-DD77-4D03-A97C-490F3E5157D2}" type="slidenum">
              <a:rPr lang="de-DE" smtClean="0"/>
              <a:t>‹#›</a:t>
            </a:fld>
            <a:endParaRPr lang="de-DE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Cyrl-RS" dirty="0" smtClean="0"/>
              <a:t>Играчка конзола</a:t>
            </a:r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Cyrl-RS" dirty="0" smtClean="0"/>
              <a:t>Робокод Лесковац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61284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Играчка конзола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 smtClean="0"/>
              <a:t>Играчка конзола (конзола за игру) је специјализовани рачунар пре свега намењена за играње рачунарских игара.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2204863"/>
            <a:ext cx="6552728" cy="407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305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Играчка конзола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 smtClean="0"/>
              <a:t>Произвођачи обично теже за тим да конзоле буду што једноставније за употребу.</a:t>
            </a:r>
          </a:p>
          <a:p>
            <a:pPr algn="just"/>
            <a:r>
              <a:rPr lang="ru-RU" dirty="0" smtClean="0"/>
              <a:t>На пример, на конзолу се може прикључити обичан телевизор који ће служити као монитор.</a:t>
            </a:r>
            <a:endParaRPr lang="de-D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7804" y="2996952"/>
            <a:ext cx="3672408" cy="3172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690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Савременије конзоле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ru-RU" dirty="0" smtClean="0"/>
              <a:t>У последње време су играчке конзоле мултимедијалне машине преко којих се може повезати и на интернет, слушати музика и гледати филмове.</a:t>
            </a:r>
            <a:endParaRPr lang="de-D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636912"/>
            <a:ext cx="8208912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49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Најпопулатније конзоле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sr-Cyrl-RS" dirty="0" smtClean="0"/>
              <a:t>Међу конзолима тренутно доминирају јапански </a:t>
            </a:r>
            <a:r>
              <a:rPr lang="de-DE" dirty="0" smtClean="0"/>
              <a:t>PlayStation 4. </a:t>
            </a:r>
            <a:endParaRPr lang="sr-Cyrl-RS" dirty="0" smtClean="0"/>
          </a:p>
          <a:p>
            <a:pPr algn="just"/>
            <a:r>
              <a:rPr lang="sr-Cyrl-RS" dirty="0" smtClean="0"/>
              <a:t>На другом месту је Мајкрософтов </a:t>
            </a:r>
            <a:r>
              <a:rPr lang="de-DE" dirty="0" smtClean="0"/>
              <a:t>Xbox One </a:t>
            </a:r>
            <a:r>
              <a:rPr lang="sr-Cyrl-RS" dirty="0" smtClean="0"/>
              <a:t>и </a:t>
            </a:r>
            <a:r>
              <a:rPr lang="de-DE" dirty="0" smtClean="0"/>
              <a:t>Nintendo Wii.</a:t>
            </a:r>
            <a:endParaRPr lang="sr-Cyrl-R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47" y="3068959"/>
            <a:ext cx="4067944" cy="30963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448" y="2808312"/>
            <a:ext cx="4314031" cy="335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015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Најпопулатније конзоле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sr-Cyrl-RS" dirty="0" smtClean="0"/>
              <a:t>Постоје и мале играчке конзоле величине длана, као на пример </a:t>
            </a:r>
            <a:r>
              <a:rPr lang="de-DE" dirty="0" smtClean="0"/>
              <a:t>Nintendo 3DS </a:t>
            </a:r>
            <a:r>
              <a:rPr lang="sr-Cyrl-RS" dirty="0" smtClean="0"/>
              <a:t>и </a:t>
            </a:r>
            <a:r>
              <a:rPr lang="de-DE" dirty="0" smtClean="0"/>
              <a:t>PlayStation Vita.</a:t>
            </a:r>
            <a:endParaRPr lang="de-D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2132856"/>
            <a:ext cx="7272808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019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Рачунар против конзоле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 smtClean="0"/>
              <a:t>Игре играчких конзола се разликују од рачунарских игара на тај начин што произвођачи конзола добибају одређену своту новца за сваку продату игру. </a:t>
            </a:r>
          </a:p>
          <a:p>
            <a:pPr algn="just"/>
            <a:r>
              <a:rPr lang="ru-RU" dirty="0" smtClean="0"/>
              <a:t>Такође, произвођачи често контролишу квалитет и садржај игре, док рачунарске игре може да програмира и производи било ко без дозволе.</a:t>
            </a:r>
            <a:endParaRPr lang="de-D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3789040"/>
            <a:ext cx="3203848" cy="240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128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Историја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ru-RU" dirty="0" smtClean="0"/>
              <a:t>Играчке конзоле су се први пут на тржишту појавиле 1967. u САД и до дан-данас су веома популарне. </a:t>
            </a:r>
          </a:p>
          <a:p>
            <a:pPr algn="just"/>
            <a:r>
              <a:rPr lang="ru-RU" dirty="0" smtClean="0"/>
              <a:t>Прве конзоле су обично биле конструкције које су имале једну или мањи број игара преко силиконских меморијских чипова.</a:t>
            </a:r>
            <a:endParaRPr lang="de-D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3429000"/>
            <a:ext cx="5040560" cy="285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507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Генерације играчких конзола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sr-Cyrl-RS" dirty="0" smtClean="0"/>
              <a:t>Прва генерација (1966—1977)</a:t>
            </a:r>
          </a:p>
          <a:p>
            <a:pPr algn="just"/>
            <a:r>
              <a:rPr lang="sr-Cyrl-RS" dirty="0" smtClean="0"/>
              <a:t>Друга генерација („8-битна“, 1977—1983)</a:t>
            </a:r>
          </a:p>
          <a:p>
            <a:pPr algn="just"/>
            <a:r>
              <a:rPr lang="sr-Cyrl-RS" dirty="0" smtClean="0"/>
              <a:t>Трећа генерација („8-битна“, 1983—1990)</a:t>
            </a:r>
          </a:p>
          <a:p>
            <a:pPr algn="just"/>
            <a:r>
              <a:rPr lang="ru-RU" dirty="0" smtClean="0"/>
              <a:t>Четврта генерација („16-битна“, почетком 1990-их)</a:t>
            </a:r>
          </a:p>
          <a:p>
            <a:pPr algn="just"/>
            <a:r>
              <a:rPr lang="ru-RU" dirty="0" smtClean="0"/>
              <a:t>Пета генерација („32/64-битна“, крајем 1990-их)</a:t>
            </a:r>
          </a:p>
          <a:p>
            <a:pPr algn="just"/>
            <a:r>
              <a:rPr lang="sr-Cyrl-RS" dirty="0" smtClean="0"/>
              <a:t>Шеста генерација (1998-2015)</a:t>
            </a:r>
          </a:p>
          <a:p>
            <a:pPr algn="just"/>
            <a:r>
              <a:rPr lang="sr-Cyrl-RS" dirty="0" smtClean="0"/>
              <a:t>Седма генерација (2005-2018)</a:t>
            </a:r>
          </a:p>
          <a:p>
            <a:pPr algn="just"/>
            <a:r>
              <a:rPr lang="sr-Cyrl-RS" dirty="0" smtClean="0"/>
              <a:t>Осма генерација (2012-траје)</a:t>
            </a:r>
            <a:endParaRPr lang="de-D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4653136"/>
            <a:ext cx="3960440" cy="1656184"/>
          </a:xfrm>
          <a:prstGeom prst="rect">
            <a:avLst/>
          </a:prstGeom>
          <a:ln w="31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25972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Најпродаваније играчке конзоле</a:t>
            </a:r>
            <a:endParaRPr lang="de-DE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463725"/>
            <a:ext cx="7488832" cy="4535293"/>
          </a:xfrm>
        </p:spPr>
      </p:pic>
    </p:spTree>
    <p:extLst>
      <p:ext uri="{BB962C8B-B14F-4D97-AF65-F5344CB8AC3E}">
        <p14:creationId xmlns:p14="http://schemas.microsoft.com/office/powerpoint/2010/main" val="2718493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0</TotalTime>
  <Words>265</Words>
  <Application>Microsoft Office PowerPoint</Application>
  <PresentationFormat>On-screen Show (4:3)</PresentationFormat>
  <Paragraphs>30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Origin</vt:lpstr>
      <vt:lpstr>Играчка конзола</vt:lpstr>
      <vt:lpstr>Играчка конзола</vt:lpstr>
      <vt:lpstr>Играчка конзола</vt:lpstr>
      <vt:lpstr>Савременије конзоле</vt:lpstr>
      <vt:lpstr>Најпопулатније конзоле</vt:lpstr>
      <vt:lpstr>Најпопулатније конзоле</vt:lpstr>
      <vt:lpstr>Рачунар против конзоле</vt:lpstr>
      <vt:lpstr>Историја</vt:lpstr>
      <vt:lpstr>Генерације играчких конзола</vt:lpstr>
      <vt:lpstr>Најпродаваније играчке конзоле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Играчка конзола</dc:title>
  <dc:creator>Nikolic</dc:creator>
  <cp:lastModifiedBy>Nikolic</cp:lastModifiedBy>
  <cp:revision>3</cp:revision>
  <dcterms:created xsi:type="dcterms:W3CDTF">2022-01-24T19:54:44Z</dcterms:created>
  <dcterms:modified xsi:type="dcterms:W3CDTF">2022-01-24T20:17:48Z</dcterms:modified>
</cp:coreProperties>
</file>